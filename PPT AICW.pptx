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1" d="100"/>
          <a:sy n="61" d="100"/>
        </p:scale>
        <p:origin x="125" y="845"/>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2302779" y="4471625"/>
            <a:ext cx="1633432" cy="227435"/>
          </a:xfrm>
          <a:prstGeom prst="rect">
            <a:avLst/>
          </a:prstGeom>
        </p:spPr>
        <p:txBody>
          <a:bodyPr lIns="0" tIns="0" rIns="0" bIns="0" rtlCol="0" anchor="t">
            <a:spAutoFit/>
          </a:bodyPr>
          <a:lstStyle/>
          <a:p>
            <a:pPr>
              <a:lnSpc>
                <a:spcPts val="2038"/>
              </a:lnSpc>
            </a:pPr>
            <a:r>
              <a:rPr lang="en-US" sz="1200" b="1" dirty="0" err="1">
                <a:solidFill>
                  <a:srgbClr val="0D358D"/>
                </a:solidFill>
                <a:latin typeface="Arial" panose="020B0604020202020204" pitchFamily="34" charset="0"/>
                <a:ea typeface="Aileron Bold"/>
                <a:cs typeface="Arial" panose="020B0604020202020204" pitchFamily="34" charset="0"/>
                <a:sym typeface="Aileron Bold"/>
              </a:rPr>
              <a:t>Dusakanti</a:t>
            </a:r>
            <a:r>
              <a:rPr lang="en-US" sz="1200" b="1" dirty="0">
                <a:solidFill>
                  <a:srgbClr val="0D358D"/>
                </a:solidFill>
                <a:latin typeface="Arial" panose="020B0604020202020204" pitchFamily="34" charset="0"/>
                <a:ea typeface="Aileron Bold"/>
                <a:cs typeface="Arial" panose="020B0604020202020204" pitchFamily="34" charset="0"/>
                <a:sym typeface="Aileron Bold"/>
              </a:rPr>
              <a:t> Chandana</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1879018" y="4336133"/>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4434386" y="4336133"/>
            <a:ext cx="1299826" cy="154209"/>
          </a:xfrm>
          <a:prstGeom prst="rect">
            <a:avLst/>
          </a:prstGeom>
        </p:spPr>
        <p:txBody>
          <a:bodyPr wrap="square"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4434386" y="4463518"/>
            <a:ext cx="1783498" cy="218586"/>
          </a:xfrm>
          <a:prstGeom prst="rect">
            <a:avLst/>
          </a:prstGeom>
        </p:spPr>
        <p:txBody>
          <a:bodyPr wrap="square" lIns="0" tIns="0" rIns="0" bIns="0" rtlCol="0" anchor="t">
            <a:spAutoFit/>
          </a:bodyPr>
          <a:lstStyle/>
          <a:p>
            <a:pPr>
              <a:lnSpc>
                <a:spcPts val="2038"/>
              </a:lnSpc>
            </a:pPr>
            <a:r>
              <a:rPr lang="en-US" sz="900" b="1" dirty="0">
                <a:solidFill>
                  <a:srgbClr val="0D358D"/>
                </a:solidFill>
                <a:latin typeface="Arial" panose="020B0604020202020204" pitchFamily="34" charset="0"/>
                <a:ea typeface="Aileron Bold"/>
                <a:cs typeface="Arial" panose="020B0604020202020204" pitchFamily="34" charset="0"/>
                <a:sym typeface="Aileron Bold"/>
              </a:rPr>
              <a:t>chandudusakanti@gmail.com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3986160" y="4310408"/>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504781" y="4373753"/>
            <a:ext cx="1314326" cy="478738"/>
            <a:chOff x="2784021" y="4295282"/>
            <a:chExt cx="2628550" cy="645499"/>
          </a:xfrm>
        </p:grpSpPr>
        <p:sp>
          <p:nvSpPr>
            <p:cNvPr id="67" name="TextBox 41">
              <a:extLst>
                <a:ext uri="{FF2B5EF4-FFF2-40B4-BE49-F238E27FC236}">
                  <a16:creationId xmlns:a16="http://schemas.microsoft.com/office/drawing/2014/main" id="{5FE6F280-D970-382B-5260-25E219F86722}"/>
                </a:ext>
              </a:extLst>
            </p:cNvPr>
            <p:cNvSpPr txBox="1"/>
            <p:nvPr/>
          </p:nvSpPr>
          <p:spPr>
            <a:xfrm>
              <a:off x="2812678" y="4295282"/>
              <a:ext cx="2136999" cy="97004"/>
            </a:xfrm>
            <a:prstGeom prst="rect">
              <a:avLst/>
            </a:prstGeom>
          </p:spPr>
          <p:txBody>
            <a:bodyPr wrap="square"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2784021" y="4456866"/>
              <a:ext cx="2628550" cy="483915"/>
            </a:xfrm>
            <a:prstGeom prst="rect">
              <a:avLst/>
            </a:prstGeom>
          </p:spPr>
          <p:txBody>
            <a:bodyPr wrap="square" lIns="0" tIns="0" rIns="0" bIns="0" rtlCol="0" anchor="t">
              <a:spAutoFit/>
            </a:bodyPr>
            <a:lstStyle/>
            <a:p>
              <a:pPr>
                <a:lnSpc>
                  <a:spcPts val="2038"/>
                </a:lnSpc>
              </a:pPr>
              <a:r>
                <a:rPr lang="en-US" altLang="en-US" sz="1200" b="1" dirty="0">
                  <a:latin typeface="Arial" panose="020B0604020202020204" pitchFamily="34" charset="0"/>
                  <a:ea typeface="Aileron"/>
                  <a:cs typeface="Arial" panose="020B0604020202020204" pitchFamily="34" charset="0"/>
                  <a:sym typeface="Aileron"/>
                </a:rPr>
                <a:t>Umamaheshwari</a:t>
              </a:r>
            </a:p>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107196" y="4319064"/>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56CE2B4C-42F3-6C3D-A2AC-C0C414252A53}"/>
              </a:ext>
            </a:extLst>
          </p:cNvPr>
          <p:cNvSpPr txBox="1"/>
          <p:nvPr/>
        </p:nvSpPr>
        <p:spPr>
          <a:xfrm>
            <a:off x="-161329" y="3420359"/>
            <a:ext cx="5447162" cy="646331"/>
          </a:xfrm>
          <a:prstGeom prst="rect">
            <a:avLst/>
          </a:prstGeom>
          <a:noFill/>
        </p:spPr>
        <p:txBody>
          <a:bodyPr wrap="square">
            <a:spAutoFit/>
          </a:bodyPr>
          <a:lstStyle/>
          <a:p>
            <a:pPr algn="ctr">
              <a:spcBef>
                <a:spcPts val="400"/>
              </a:spcBef>
              <a:spcAft>
                <a:spcPts val="400"/>
              </a:spcAft>
              <a:buNone/>
            </a:pPr>
            <a:r>
              <a:rPr lang="en-US" b="1" dirty="0">
                <a:solidFill>
                  <a:srgbClr val="1B3A8A"/>
                </a:solidFill>
                <a:latin typeface="Arial" panose="020B0604020202020204" pitchFamily="34" charset="0"/>
                <a:ea typeface="Arial" panose="020B0604020202020204" pitchFamily="34" charset="0"/>
              </a:rPr>
              <a:t>AI-Driven Business Intelligence for Automated Data Summarization and Smart Decision Making</a:t>
            </a:r>
            <a:endParaRPr lang="en-IN" sz="1050" dirty="0">
              <a:effectLst/>
              <a:latin typeface="Arial" panose="020B0604020202020204" pitchFamily="34" charset="0"/>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2441694"/>
          </a:xfrm>
          <a:prstGeom prst="rect">
            <a:avLst/>
          </a:prstGeom>
          <a:noFill/>
        </p:spPr>
        <p:txBody>
          <a:bodyPr wrap="square">
            <a:spAutoFit/>
          </a:bodyPr>
          <a:lstStyle/>
          <a:p>
            <a:pPr>
              <a:spcAft>
                <a:spcPts val="800"/>
              </a:spcAft>
              <a:tabLst>
                <a:tab pos="4229100" algn="ctr"/>
              </a:tabLst>
            </a:pPr>
            <a:r>
              <a:rPr lang="en-US" altLang="en-US" b="1" dirty="0">
                <a:latin typeface="Lato" panose="020F0502020204030203" pitchFamily="34" charset="0"/>
                <a:ea typeface="+mn-lt"/>
                <a:cs typeface="Arial" panose="020B0604020202020204" pitchFamily="34" charset="0"/>
              </a:rPr>
              <a:t>This project focuses on developing an AI-driven Business Intelligence system for automated data summarization and smart decision making. The main objective of the project is to simplify the process of analyzing large volumes of business data and converting it into meaningful insights</a:t>
            </a:r>
            <a:r>
              <a:rPr lang="en-US" altLang="en-US" sz="2000" dirty="0">
                <a:latin typeface="Lato" panose="020F0502020204030203" pitchFamily="34" charset="0"/>
                <a:ea typeface="+mn-lt"/>
                <a:cs typeface="Arial" panose="020B0604020202020204" pitchFamily="34" charset="0"/>
              </a:rPr>
              <a:t>.</a:t>
            </a:r>
          </a:p>
          <a:p>
            <a:pPr>
              <a:spcAft>
                <a:spcPts val="800"/>
              </a:spcAft>
              <a:tabLst>
                <a:tab pos="4229100" algn="ctr"/>
              </a:tabLst>
            </a:pPr>
            <a:endParaRPr lang="en-US" sz="1800" dirty="0">
              <a:latin typeface="Lato" panose="020F0502020204030203" pitchFamily="34" charset="0"/>
              <a:ea typeface="+mn-lt"/>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762910" cy="4349909"/>
          </a:xfrm>
          <a:prstGeom prst="rect">
            <a:avLst/>
          </a:prstGeom>
          <a:noFill/>
        </p:spPr>
        <p:txBody>
          <a:bodyPr wrap="square">
            <a:spAutoFit/>
          </a:bodyPr>
          <a:lstStyle/>
          <a:p>
            <a:pPr>
              <a:spcAft>
                <a:spcPts val="800"/>
              </a:spcAft>
              <a:tabLst>
                <a:tab pos="4229100" algn="ctr"/>
              </a:tabLst>
            </a:pPr>
            <a:r>
              <a:rPr lang="en-IN" b="1" dirty="0"/>
              <a:t>Organizations generate large amounts of business data, but manually summarizing this data and generating meaningful reports can be time-consuming and inefficient. Traditional business intelligence tools require significant manual effort to interpret results and create reports. This project addresses the problem by using AI prompts to automate business intelligence data summarization and report generation. By integrating AI tools with BI data, the project demonstrates how prompts can quickly generate insights, summaries, and structured reports, improve efficiency and support faster data-driven decision making.</a:t>
            </a:r>
            <a:endParaRPr lang="en-US" b="1" dirty="0"/>
          </a:p>
          <a:p>
            <a:pPr>
              <a:spcAft>
                <a:spcPts val="800"/>
              </a:spcAft>
              <a:tabLst>
                <a:tab pos="4229100" algn="ctr"/>
              </a:tabLst>
            </a:pPr>
            <a:endParaRPr lang="en-US"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5029200" y="725532"/>
            <a:ext cx="4114800"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3" name="TextBox 2">
            <a:extLst>
              <a:ext uri="{FF2B5EF4-FFF2-40B4-BE49-F238E27FC236}">
                <a16:creationId xmlns:a16="http://schemas.microsoft.com/office/drawing/2014/main" id="{EA90C606-F136-688E-E7E2-60540EA59B82}"/>
              </a:ext>
            </a:extLst>
          </p:cNvPr>
          <p:cNvSpPr txBox="1"/>
          <p:nvPr/>
        </p:nvSpPr>
        <p:spPr>
          <a:xfrm>
            <a:off x="125486" y="1280159"/>
            <a:ext cx="4903714" cy="3139321"/>
          </a:xfrm>
          <a:prstGeom prst="rect">
            <a:avLst/>
          </a:prstGeom>
          <a:noFill/>
        </p:spPr>
        <p:txBody>
          <a:bodyPr wrap="square">
            <a:spAutoFit/>
          </a:bodyPr>
          <a:lstStyle/>
          <a:p>
            <a:r>
              <a:rPr lang="en-US" altLang="zh-CN" sz="1800" b="1" dirty="0"/>
              <a:t>The proposed solution is an AI-driven Business Intelligence system that integrates Microsoft Excel and Power BI with AI tools like Chat GPT or Copilot. The system processes a sales dataset by cleaning and analyzing the data to calculate key performance indicators. Using natural language prompts, AI automatically generates summaries, insights, and business recommendations. This approach reduces manual effort, improves accuracy, and enables faster, data-driven decision-making.</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285750" indent="-285750">
              <a:buFont typeface="Arial" panose="020B0604020202020204" pitchFamily="34" charset="0"/>
              <a:buChar char="•"/>
            </a:pPr>
            <a:r>
              <a:rPr lang="en-IN" sz="1600" dirty="0"/>
              <a:t>Sales dataset (1000 records, 14 columns)</a:t>
            </a:r>
          </a:p>
          <a:p>
            <a:pPr marL="285750" indent="-285750">
              <a:buFont typeface="Arial" panose="020B0604020202020204" pitchFamily="34" charset="0"/>
              <a:buChar char="•"/>
            </a:pPr>
            <a:r>
              <a:rPr lang="en-IN" sz="1600" dirty="0"/>
              <a:t>Contains product, region, sales, and customer data</a:t>
            </a:r>
          </a:p>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285750" indent="-285750">
              <a:buFont typeface="Arial" panose="020B0604020202020204" pitchFamily="34" charset="0"/>
              <a:buChar char="•"/>
            </a:pPr>
            <a:r>
              <a:rPr lang="en-US" sz="1600" dirty="0"/>
              <a:t>Data cleaning using Excel</a:t>
            </a:r>
          </a:p>
          <a:p>
            <a:pPr marL="285750" indent="-285750">
              <a:buFont typeface="Arial" panose="020B0604020202020204" pitchFamily="34" charset="0"/>
              <a:buChar char="•"/>
            </a:pPr>
            <a:r>
              <a:rPr lang="en-US" sz="1600" dirty="0"/>
              <a:t>KPI calculation (Revenue, Profit, Margin)</a:t>
            </a:r>
          </a:p>
          <a:p>
            <a:pPr marL="285750" indent="-285750">
              <a:buFont typeface="Arial" panose="020B0604020202020204" pitchFamily="34" charset="0"/>
              <a:buChar char="•"/>
            </a:pPr>
            <a:r>
              <a:rPr lang="en-US" sz="1600" dirty="0"/>
              <a:t>Trend and performance analysis</a:t>
            </a:r>
            <a:endParaRPr lang="en-IN" sz="1600" dirty="0"/>
          </a:p>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285750" indent="-285750">
              <a:buFont typeface="Arial" panose="020B0604020202020204" pitchFamily="34" charset="0"/>
              <a:buChar char="•"/>
            </a:pPr>
            <a:r>
              <a:rPr lang="en-US" altLang="zh-CN" sz="1600" dirty="0"/>
              <a:t>Copilot for Summarization</a:t>
            </a:r>
          </a:p>
          <a:p>
            <a:pPr marL="285750" indent="-285750">
              <a:buFont typeface="Arial" panose="020B0604020202020204" pitchFamily="34" charset="0"/>
              <a:buChar char="•"/>
            </a:pPr>
            <a:r>
              <a:rPr lang="en-US" altLang="zh-CN" sz="1600" dirty="0"/>
              <a:t>Prompt-based Insight generation</a:t>
            </a:r>
          </a:p>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285750" indent="-285750">
              <a:buFont typeface="Arial" panose="020B0604020202020204" pitchFamily="34" charset="0"/>
              <a:buChar char="•"/>
            </a:pPr>
            <a:r>
              <a:rPr lang="en-US" altLang="zh-CN" sz="1600" dirty="0"/>
              <a:t>Power BI dashboard</a:t>
            </a:r>
          </a:p>
          <a:p>
            <a:pPr marL="285750" indent="-285750">
              <a:buFont typeface="Arial" panose="020B0604020202020204" pitchFamily="34" charset="0"/>
              <a:buChar char="•"/>
            </a:pPr>
            <a:r>
              <a:rPr lang="en-US" altLang="zh-CN" sz="1600" dirty="0"/>
              <a:t>AI-generated reports and insights</a:t>
            </a:r>
          </a:p>
          <a:p>
            <a:pPr marL="0" indent="0">
              <a:buNone/>
            </a:pP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285750" indent="-285750">
              <a:buFont typeface="Wingdings" panose="05000000000000000000" pitchFamily="2" charset="2"/>
              <a:buChar char="§"/>
            </a:pPr>
            <a:r>
              <a:rPr lang="en-US" sz="1600" dirty="0">
                <a:latin typeface="Lato" panose="020F0502020204030203" pitchFamily="34" charset="0"/>
              </a:rPr>
              <a:t>Removed duplicates and standardized data</a:t>
            </a:r>
          </a:p>
          <a:p>
            <a:pPr marL="285750" indent="-285750">
              <a:buFont typeface="Wingdings" panose="05000000000000000000" pitchFamily="2" charset="2"/>
              <a:buChar char="§"/>
            </a:pPr>
            <a:r>
              <a:rPr lang="en-US" sz="1600" dirty="0">
                <a:latin typeface="Lato" panose="020F0502020204030203" pitchFamily="34" charset="0"/>
              </a:rPr>
              <a:t>Improved data accuracy</a:t>
            </a:r>
            <a:endParaRPr lang="en-IN" sz="1600" dirty="0">
              <a:latin typeface="Lato" panose="020F0502020204030203" pitchFamily="34" charset="0"/>
            </a:endParaRPr>
          </a:p>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285750" indent="-285750">
              <a:buFont typeface="Arial" panose="020B0604020202020204" pitchFamily="34" charset="0"/>
              <a:buChar char="•"/>
            </a:pPr>
            <a:r>
              <a:rPr lang="en-US" altLang="en-US" sz="1600" dirty="0">
                <a:latin typeface="Lato" panose="020F0502020204030203" pitchFamily="34" charset="0"/>
              </a:rPr>
              <a:t>Shows sales trends and regional performance</a:t>
            </a:r>
          </a:p>
          <a:p>
            <a:pPr marL="285750" indent="-285750">
              <a:buFont typeface="Arial" panose="020B0604020202020204" pitchFamily="34" charset="0"/>
              <a:buChar char="•"/>
            </a:pPr>
            <a:r>
              <a:rPr lang="en-US" altLang="en-US" sz="1600" dirty="0">
                <a:latin typeface="Lato" panose="020F0502020204030203" pitchFamily="34" charset="0"/>
              </a:rPr>
              <a:t>Identifies top categories.</a:t>
            </a:r>
            <a:endParaRPr lang="en-IN" sz="1600" dirty="0">
              <a:latin typeface="Lato" panose="020F0502020204030203" pitchFamily="34" charset="0"/>
            </a:endParaRPr>
          </a:p>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285750" indent="-285750">
              <a:buFont typeface="Arial" panose="020B0604020202020204" pitchFamily="34" charset="0"/>
              <a:buChar char="•"/>
            </a:pPr>
            <a:r>
              <a:rPr lang="en-US" altLang="en-US" sz="1600" dirty="0">
                <a:latin typeface="Lato" panose="020F0502020204030203" pitchFamily="34" charset="0"/>
              </a:rPr>
              <a:t>AI generates summaries and recommendations</a:t>
            </a:r>
          </a:p>
          <a:p>
            <a:pPr marL="285750" indent="-285750">
              <a:buFont typeface="Arial" panose="020B0604020202020204" pitchFamily="34" charset="0"/>
              <a:buChar char="•"/>
            </a:pPr>
            <a:r>
              <a:rPr lang="en-US" altLang="en-US" sz="1600" dirty="0">
                <a:latin typeface="Lato" panose="020F0502020204030203" pitchFamily="34" charset="0"/>
              </a:rPr>
              <a:t>Helps in quick decision-making</a:t>
            </a:r>
            <a:endParaRPr lang="en-IN" sz="1600" b="1" dirty="0">
              <a:latin typeface="Lato" panose="020F0502020204030203" pitchFamily="34" charset="0"/>
            </a:endParaRPr>
          </a:p>
          <a:p>
            <a:pPr marL="0" indent="0" algn="ctr">
              <a:buNone/>
            </a:pP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6"/>
            <a:ext cx="4446514" cy="3712541"/>
          </a:xfrm>
          <a:prstGeom prst="rect">
            <a:avLst/>
          </a:prstGeom>
          <a:noFill/>
          <a:ln/>
        </p:spPr>
        <p:txBody>
          <a:bodyPr wrap="square" rtlCol="0" anchor="t"/>
          <a:lstStyle/>
          <a:p>
            <a:r>
              <a:rPr lang="en-US" dirty="0">
                <a:latin typeface="Lato" panose="020F0502020204030203" pitchFamily="34" charset="0"/>
                <a:cs typeface="Arial" panose="020B0604020202020204" pitchFamily="34" charset="0"/>
              </a:rPr>
              <a:t>This project demonstrates how AI can be integrated with Business Intelligence tools to automate data summarization and report generation.</a:t>
            </a:r>
          </a:p>
          <a:p>
            <a:r>
              <a:rPr lang="en-US" dirty="0">
                <a:latin typeface="Lato" panose="020F0502020204030203" pitchFamily="34" charset="0"/>
                <a:cs typeface="Arial" panose="020B0604020202020204" pitchFamily="34" charset="0"/>
              </a:rPr>
              <a:t>The dataset was successfully cleaned, analyzed, and visualized using Power BI. AI tools helped generate insights and recommendations quickly.</a:t>
            </a:r>
          </a:p>
          <a:p>
            <a:r>
              <a:rPr lang="en-US" dirty="0">
                <a:latin typeface="Lato" panose="020F0502020204030203" pitchFamily="34" charset="0"/>
                <a:cs typeface="Arial" panose="020B0604020202020204" pitchFamily="34" charset="0"/>
              </a:rPr>
              <a:t>The project achieved its objectives and shows how AI-driven BI can improve efficiency and support smart decision-making.</a:t>
            </a:r>
          </a:p>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342900" indent="-342900">
              <a:buFont typeface="Arial" panose="020B0604020202020204" pitchFamily="34" charset="0"/>
              <a:buChar char="•"/>
            </a:pPr>
            <a:r>
              <a:rPr lang="en-US" dirty="0">
                <a:latin typeface="Lato" panose="020F0502020204030203" pitchFamily="34" charset="0"/>
                <a:cs typeface="Arial" panose="020B0604020202020204" pitchFamily="34" charset="0"/>
              </a:rPr>
              <a:t>Real-time data integration</a:t>
            </a:r>
          </a:p>
          <a:p>
            <a:pPr marL="342900" indent="-342900">
              <a:buFont typeface="Arial" panose="020B0604020202020204" pitchFamily="34" charset="0"/>
              <a:buChar char="•"/>
            </a:pPr>
            <a:r>
              <a:rPr lang="en-US" dirty="0">
                <a:latin typeface="Lato" panose="020F0502020204030203" pitchFamily="34" charset="0"/>
                <a:cs typeface="Arial" panose="020B0604020202020204" pitchFamily="34" charset="0"/>
              </a:rPr>
              <a:t>Machine learning for predictions</a:t>
            </a:r>
          </a:p>
          <a:p>
            <a:pPr marL="342900" indent="-342900">
              <a:buFont typeface="Arial" panose="020B0604020202020204" pitchFamily="34" charset="0"/>
              <a:buChar char="•"/>
            </a:pPr>
            <a:r>
              <a:rPr lang="en-US" dirty="0">
                <a:latin typeface="Lato" panose="020F0502020204030203" pitchFamily="34" charset="0"/>
                <a:cs typeface="Arial" panose="020B0604020202020204" pitchFamily="34" charset="0"/>
              </a:rPr>
              <a:t>Web-based application</a:t>
            </a:r>
          </a:p>
          <a:p>
            <a:pPr marL="342900" indent="-342900">
              <a:buFont typeface="Arial" panose="020B0604020202020204" pitchFamily="34" charset="0"/>
              <a:buChar char="•"/>
            </a:pPr>
            <a:r>
              <a:rPr lang="en-US" dirty="0">
                <a:latin typeface="Lato" panose="020F0502020204030203" pitchFamily="34" charset="0"/>
                <a:cs typeface="Arial" panose="020B0604020202020204" pitchFamily="34" charset="0"/>
              </a:rPr>
              <a:t>Advanced AI automation</a:t>
            </a:r>
          </a:p>
          <a:p>
            <a:pPr marL="342900" indent="-342900">
              <a:buFont typeface="Arial" panose="020B0604020202020204" pitchFamily="34" charset="0"/>
              <a:buChar char="•"/>
            </a:pPr>
            <a:r>
              <a:rPr lang="en-US" dirty="0">
                <a:latin typeface="Lato" panose="020F0502020204030203" pitchFamily="34" charset="0"/>
                <a:cs typeface="Arial" panose="020B0604020202020204" pitchFamily="34" charset="0"/>
              </a:rPr>
              <a:t>Larger dataset analysis</a:t>
            </a:r>
          </a:p>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TotalTime>
  <Words>508</Words>
  <Application>Microsoft Office PowerPoint</Application>
  <PresentationFormat>On-screen Show (16:9)</PresentationFormat>
  <Paragraphs>77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Lato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praneeth9100@outlook.com</cp:lastModifiedBy>
  <cp:revision>34</cp:revision>
  <dcterms:created xsi:type="dcterms:W3CDTF">2026-02-18T09:17:23Z</dcterms:created>
  <dcterms:modified xsi:type="dcterms:W3CDTF">2026-04-06T13:06:42Z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